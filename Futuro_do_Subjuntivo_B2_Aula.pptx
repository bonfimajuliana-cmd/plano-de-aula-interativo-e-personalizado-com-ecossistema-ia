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Futuro do Subjuntivo (B2)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Português Brasileiro</a:t>
            </a:r>
          </a:p>
          <a:p>
            <a:r>
              <a:t>Aula online – 1 hora</a:t>
            </a:r>
          </a:p>
          <a:p>
            <a:r>
              <a:t>[assistido por IA]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Aula individual online</a:t>
            </a:r>
          </a:p>
          <a:p>
            <a:r>
              <a:t>• Adulto falante de espanhol</a:t>
            </a:r>
          </a:p>
          <a:p>
            <a:r>
              <a:t>• Nível B2 de português</a:t>
            </a:r>
          </a:p>
          <a:p>
            <a:r>
              <a:t>• Foco no uso comunicativo e contraste PT–ES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Ao final da aula, o aluno será capaz de:</a:t>
            </a:r>
          </a:p>
          <a:p>
            <a:r>
              <a:t>• Reconhecer quando usar o futuro do subjuntivo</a:t>
            </a:r>
          </a:p>
          <a:p>
            <a:r>
              <a:t>• Conjugar verbos regulares e irregulares</a:t>
            </a:r>
          </a:p>
          <a:p>
            <a:r>
              <a:t>• Diferenciar o uso em relação ao espanhol</a:t>
            </a:r>
          </a:p>
          <a:p>
            <a:r>
              <a:t>• Produzir frases orais e escritas com correção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o Futuro do Subjuntivo?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Tempo verbal usado para falar do futuro</a:t>
            </a:r>
          </a:p>
          <a:p>
            <a:r>
              <a:t>• A ação ainda não aconteceu</a:t>
            </a:r>
          </a:p>
          <a:p>
            <a:r>
              <a:t>• Depende de uma condição</a:t>
            </a:r>
          </a:p>
          <a:p/>
          <a:p>
            <a:r>
              <a:t>Ex.: Quando eu chegar, aviso você.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Base: 3ª pessoa do plural do pretérito perfeito</a:t>
            </a:r>
          </a:p>
          <a:p>
            <a:r>
              <a:t>• falaram → falar</a:t>
            </a:r>
          </a:p>
          <a:p>
            <a:r>
              <a:t>• fizeram → fizer</a:t>
            </a:r>
          </a:p>
          <a:p/>
          <a:p>
            <a:r>
              <a:t>Exemplos:</a:t>
            </a:r>
          </a:p>
          <a:p>
            <a:r>
              <a:t>• se eu fizer</a:t>
            </a:r>
          </a:p>
          <a:p>
            <a:r>
              <a:t>• quando eles estiverem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Usos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Orações condicionais</a:t>
            </a:r>
          </a:p>
          <a:p>
            <a:r>
              <a:t>  Se eu tiver tempo...</a:t>
            </a:r>
          </a:p>
          <a:p/>
          <a:p>
            <a:r>
              <a:t>• Orações temporais</a:t>
            </a:r>
          </a:p>
          <a:p>
            <a:r>
              <a:t>  Quando você chegar...</a:t>
            </a:r>
          </a:p>
          <a:p/>
          <a:p>
            <a:r>
              <a:t>• Orações relativas</a:t>
            </a:r>
          </a:p>
          <a:p>
            <a:r>
              <a:t>  Quem fizer isso...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Português x Espanhol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Português:</a:t>
            </a:r>
          </a:p>
          <a:p>
            <a:r>
              <a:t>• Quando você chegar...</a:t>
            </a:r>
          </a:p>
          <a:p/>
          <a:p>
            <a:r>
              <a:t>Espanhol:</a:t>
            </a:r>
          </a:p>
          <a:p>
            <a:r>
              <a:t>• Cuando llegues...</a:t>
            </a:r>
          </a:p>
          <a:p/>
          <a:p>
            <a:r>
              <a:t>⚠️ Em português, o futuro do subjuntivo é muito produtivo.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Prática Rápida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Complete:</a:t>
            </a:r>
          </a:p>
          <a:p>
            <a:r>
              <a:t>• Se eu ______ tempo, ligo.</a:t>
            </a:r>
          </a:p>
          <a:p>
            <a:r>
              <a:t>• Quando eles ______, começamos.</a:t>
            </a:r>
          </a:p>
          <a:p>
            <a:r>
              <a:t>• Quem ______ primeiro ganha.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Atividade Comunicativa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 pares ou grupos pequenos:</a:t>
            </a:r>
          </a:p>
          <a:p>
            <a:r>
              <a:t>• Criar regras, planos ou hipóteses</a:t>
            </a:r>
          </a:p>
          <a:p>
            <a:r>
              <a:t>• Usar: se, quando, quem, enquanto</a:t>
            </a:r>
          </a:p>
          <a:p/>
          <a:p>
            <a:r>
              <a:t>Ex.: Se todos chegarem no horário...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Avaliação e Fechamento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Uso correto do futuro do subjuntivo</a:t>
            </a:r>
          </a:p>
          <a:p>
            <a:r>
              <a:t>• Clareza e fluência</a:t>
            </a:r>
          </a:p>
          <a:p>
            <a:r>
              <a:t>• Consciência do contraste PT–ES</a:t>
            </a:r>
          </a:p>
          <a:p/>
          <a:p>
            <a:r>
              <a:t>Dúvidas?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